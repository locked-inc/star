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8F0"/>
                </a:solidFill>
              </a:rPr>
              <a:t>$236,451 per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090A8"/>
                </a:solidFill>
              </a:rPr>
              <a:t>The federal penalty for a single ADA repeat violation (90 FR 29445, July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090A8"/>
                </a:solidFill>
              </a:rPr>
              <a:t>Team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0" b="1">
                <a:solidFill>
                  <a:srgbClr val="E63946"/>
                </a:solidFill>
              </a:rPr>
              <a:t>8,800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3774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ADA Title III federal lawsuits filed in 2024 (+7% YoY, Seyfarth Shaw)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Max federal penalty per repeat violation: $236,451 ($118,225 first)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28.7% of U.S. adults live with a disability (~70M, CDC 2022 BRFSS)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The only way to find violations today: one person, a tape measure, a clipboard.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We built the measurement layer for a better way.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8F0"/>
                </a:solidFill>
              </a:rPr>
              <a:t>The problem: who even measures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090A8"/>
                </a:solidFill>
              </a:rPr>
              <a:t>Team Lead</a:t>
            </a:r>
          </a:p>
        </p:txBody>
      </p:sp>
      <p:pic>
        <p:nvPicPr>
          <p:cNvPr id="5" name="Picture 4" descr="chart_b_compliance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760720" cy="3240405"/>
          </a:xfrm>
          <a:prstGeom prst="rect">
            <a:avLst/>
          </a:prstGeom>
        </p:spPr>
      </p:pic>
      <p:pic>
        <p:nvPicPr>
          <p:cNvPr id="6" name="Picture 5" descr="chart_d_disability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760720" cy="3240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9090A8"/>
                </a:solidFill>
              </a:rPr>
              <a:t>Industry estimate: ~73% of U.S. commercial buildings fail &gt;=1 ADA standard (Building Principles).  Only 32% of commercial property buyers ask (Focus Building Inspections).  CASp audit: $800-$50,000+ depending on scope, 2-5 days on-site.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8F0"/>
                </a:solidFill>
              </a:rPr>
              <a:t>Why now: enforcement is accelerating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090A8"/>
                </a:solidFill>
              </a:rPr>
              <a:t>Member 2</a:t>
            </a:r>
          </a:p>
        </p:txBody>
      </p:sp>
      <p:pic>
        <p:nvPicPr>
          <p:cNvPr id="5" name="Picture 4" descr="chart_a_lawsui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7772400" cy="4371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46304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E8E8F0"/>
                </a:solidFill>
              </a:rPr>
              <a:t>8,800 filings in 2024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8F0"/>
                </a:solidFill>
              </a:rPr>
              <a:t>CA: 3,252 (So Cal Equal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8F0"/>
                </a:solidFill>
              </a:rPr>
              <a:t>  Access Group filed 2,598)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8F0"/>
                </a:solidFill>
              </a:rPr>
              <a:t>NY: 2,220. FL: 1,627. TX: 224.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8F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8F0"/>
                </a:solidFill>
              </a:rPr>
              <a:t>DOJ Title II rule: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8F0"/>
                </a:solidFill>
              </a:rPr>
              <a:t>WCAG 2.1 AA by April 2026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8F0"/>
                </a:solidFill>
              </a:rPr>
              <a:t>for public entities,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8F0"/>
                </a:solidFill>
              </a:rPr>
              <a:t>TAMU included.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8F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8F0"/>
                </a:solidFill>
              </a:rPr>
              <a:t>Physical access pressure follows.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8F0"/>
                </a:solidFill>
              </a:rPr>
              <a:t>STAR: a platform for continuous ADA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090A8"/>
                </a:solidFill>
              </a:rPr>
              <a:t>Distributed robot + compliance engine, ROS2 Jazzy,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090A8"/>
                </a:solidFill>
              </a:rPr>
              <a:t>Member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Platform (demo-ready today):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- Raspberry Pi 5 + custom RX72N PCB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- RPLiDAR C1 + IMX219-83 stereo + 2 IMUs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- slam_toolbox async + Nav2 + frontier explore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- SPI 10 Mbps + HARQ/FEC + nanopb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- 143 ROS2 tests, 0 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Compliance engine (new for this capstone):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- Ramp slope &gt;1:12  [IMPLEMENTED]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- Trip hazard &gt;0.25"  [STRETCH]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- Path width &lt;36"  [STRETCH]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- Ramp width / landing / door clear / threshold  [ARCHITECTED]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- PDF audit report at scan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8F0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090A8"/>
                </a:solidFill>
              </a:rPr>
              <a:t>Hardware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Hardware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Raspberry Pi 5 (ROS2 Jazzy + UI + compliance engine)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Custom RX72N PCB (ThreadX, 250 Hz PID, 4 MB Flash / 1 MB SRAM)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SLAMTEC RPLiDAR C1 (360, 10 Hz, 12 m)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Waveshare IMX219-83 (dual 8 MP, 60 mm baseline)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BNO055 IMU (on chassis) + ICM20948 IMU (on camera)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- 4x HC-SR04 ultrasonic + DS18B20 + BMP280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- 4x DFRobot FIT0520 motors + 4x TI DRV8263H drivers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GPTW 32-bit 20 kHz PWM, MTU/TPU quadrature encoders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Software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ROS2 Jazzy (star_bringup, star_spi_bridge, star_safety_monitor)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slam_toolbox async + robot_localization EKF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Nav2 (NavFn A* + DWB) + m-explore-ros2 frontier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Compliance engine: Python + Open3D + OpenCV + reportlab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Gateway: Go + gRPC-Web + WebSocket + HTTP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UI: React 19.2 + Vite + TypeScript + Zustand (20 panels)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Firmware: C23, ThreadX, nanopb, HARQ/FEC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Open source: github.com/Locked-Inc/STAR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8F0"/>
                </a:solidFill>
              </a:rPr>
              <a:t>System architecture (real pipeline)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090A8"/>
                </a:solidFill>
              </a:rPr>
              <a:t>Hardware Lead</a:t>
            </a:r>
          </a:p>
        </p:txBody>
      </p:sp>
      <p:pic>
        <p:nvPicPr>
          <p:cNvPr id="5" name="Picture 4" descr="chart_f_pipeline_sa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8F0"/>
                </a:solidFill>
              </a:rPr>
              <a:t>Seven ADA checks: status vs.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090A8"/>
                </a:solidFill>
              </a:rPr>
              <a:t>Software Lead</a:t>
            </a:r>
          </a:p>
        </p:txBody>
      </p:sp>
      <p:pic>
        <p:nvPicPr>
          <p:cNvPr id="5" name="Picture 4" descr="chart_e_sensor_responsi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65322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8F0"/>
                </a:solidFill>
              </a:rPr>
              <a:t>Demo: autonomous explore + live ramp-slope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090A8"/>
                </a:solidFill>
              </a:rPr>
              <a:t>(or pre-recorded backup)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090A8"/>
                </a:solidFill>
              </a:rPr>
              <a:t>Software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Robot autonomously explores the on-campus hallway (no floor plan)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slam_toolbox async builds the map on the projected RViz feed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Nav2 handles cost-map inflation around the 32 cm robot envelope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Ramp is encountered: LiDAR plane normal and BNO055 pitch agree within 0.5 deg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Slope &gt; 4.76 degrees -&gt; violation flagged, pose logged, CSV row written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Scan completes: compliance engine emits audit_report.pdf with the flag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8F0"/>
                </a:solidFill>
              </a:rPr>
              <a:t>Validation: what we can defend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090A8"/>
                </a:solidFill>
              </a:rPr>
              <a:t>Software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Platform (complete):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- 143 / 143 ROS2 tests passing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slam_toolbox map at 0.5 Hz on RPi5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Full TF: map -&gt; odom -&gt; base_link -&gt; laser_frame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Nav2 autonomous goals executed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SPI frame protocol at 1.6% utilization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Compliance (implemented one check):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Wixey WR300 angle-gauge ground truth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BNO055 vs. LiDAR-plane-normal agreement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On-campus ramp, n = 5 to 30 sessions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Numbers are what we measured, not what we hoped for</a:t>
            </a:r>
          </a:p>
        </p:txBody>
      </p:sp>
      <p:pic>
        <p:nvPicPr>
          <p:cNvPr id="6" name="Picture 5" descr="chart_e_sensor_responsib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760720" cy="32404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8F0"/>
                </a:solidFill>
              </a:rPr>
              <a:t>Broader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090A8"/>
                </a:solidFill>
              </a:rPr>
              <a:t>Team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TAMU College Station: 5,200 acres, hundreds of buildings.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Any CASp audit pass is a six- or seven-figure cost and runs months of specialist time.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STAR re-uses the same robot across buildings at amortized hardware cost.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Stakeholder fit: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Department of Disability Resources (471 Houston St, Student Services Bldg, Suite 122) - user advocacy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Office of Risk, Ethics &amp; Compliance (orec.tamu.edu/ada) - compliance program owner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- Facilities Services / Office of the University Architect - remediation execution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Code released open source: github.com/Locked-Inc/STAR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8F0"/>
                </a:solidFill>
              </a:rPr>
              <a:t>Same economic shift cybersecurity scanners brought to IT compliance a decade ago.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8F0"/>
                </a:solidFill>
              </a:rPr>
              <a:t>Future work (architected, not vaporware)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090A8"/>
                </a:solidFill>
              </a:rPr>
              <a:t>Member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Complete the architected ADA checks (ramp width, landing, door clear, threshold)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RTAB-Map full LiDAR + RGB-D fusion (in-progress on main)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Multi-floor traversal via elevator integration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ML fixture recognition (restrooms, fountains, signage) for ADAS Chapter 6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Outdoor mode (GPS + RTK) for curb ramps and accessible parking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8F0"/>
                </a:solidFill>
              </a:rPr>
              <a:t>Fleet management: campus-as-a-service deployment pilot with Facilities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E8F0"/>
                </a:solidFill>
              </a:rPr>
              <a:t>Team Locked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9090A8"/>
                </a:solidFill>
              </a:rPr>
              <a:t>github.com/Locked-Inc/STAR  -  Pilot building partners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090A8"/>
                </a:solidFill>
              </a:rPr>
              <a:t>All four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8E8F0"/>
                </a:solidFill>
              </a:rPr>
              <a:t>Team Lead      - research, system integration, presentation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8E8F0"/>
                </a:solidFill>
              </a:rPr>
              <a:t>Member 2       - motor control, electrical, PCB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8E8F0"/>
                </a:solidFill>
              </a:rPr>
              <a:t>Hardware Lead  - sensor integration, mechanical, validation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8E8F0"/>
                </a:solidFill>
              </a:rPr>
              <a:t>Software Lead  - ROS2, compliance engine, SLAM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8E8F0"/>
                </a:solidFill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8E8F0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