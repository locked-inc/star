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258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6D146-D1D6-469B-8C56-B0FD0D271B8A}" v="28" dt="2026-04-14T16:49:16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" d="100"/>
          <a:sy n="16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efer, Kristin Lyn" userId="f5a803ca-d32a-4bbc-a6a8-441fed21f9bf" providerId="ADAL" clId="{16EEA5AE-F9C6-456B-9CC0-F83601DF51AC}"/>
    <pc:docChg chg="undo redo custSel modSld modMainMaster">
      <pc:chgData name="Schaefer, Kristin Lyn" userId="f5a803ca-d32a-4bbc-a6a8-441fed21f9bf" providerId="ADAL" clId="{16EEA5AE-F9C6-456B-9CC0-F83601DF51AC}" dt="2026-04-14T17:05:39.612" v="473" actId="313"/>
      <pc:docMkLst>
        <pc:docMk/>
      </pc:docMkLst>
      <pc:sldChg chg="addSp delSp modSp mod chgLayout">
        <pc:chgData name="Schaefer, Kristin Lyn" userId="f5a803ca-d32a-4bbc-a6a8-441fed21f9bf" providerId="ADAL" clId="{16EEA5AE-F9C6-456B-9CC0-F83601DF51AC}" dt="2026-04-14T17:05:39.612" v="473" actId="313"/>
        <pc:sldMkLst>
          <pc:docMk/>
          <pc:sldMk cId="0" sldId="258"/>
        </pc:sldMkLst>
        <pc:spChg chg="add mod ord">
          <ac:chgData name="Schaefer, Kristin Lyn" userId="f5a803ca-d32a-4bbc-a6a8-441fed21f9bf" providerId="ADAL" clId="{16EEA5AE-F9C6-456B-9CC0-F83601DF51AC}" dt="2026-04-14T16:52:57.849" v="425" actId="404"/>
          <ac:spMkLst>
            <pc:docMk/>
            <pc:sldMk cId="0" sldId="258"/>
            <ac:spMk id="2" creationId="{20C84F73-BDF0-797B-0851-3C1AC35F2D29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3" creationId="{DD7CACAE-04C8-3FED-ACC1-FFDCA669321D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4" creationId="{D8145877-4B22-3E05-8447-A5ACF928E696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5" creationId="{E157B058-BF7C-3004-8416-6687A6C388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6" creationId="{CAE7498F-DBBB-BA8B-DA7E-6C640C4E27BC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7" creationId="{C757EBD2-A956-35F8-17BA-8716148541CA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8" creationId="{96F668D3-75AB-BFBD-2D03-CE900398BC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9" creationId="{3A50482B-8458-6AB7-1262-4EA4937562C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0" creationId="{4016D41E-D7E1-B38F-8E5D-E92BF3005D4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1" creationId="{1A469409-A685-77FF-AEE7-DAC23A30080F}"/>
          </ac:spMkLst>
        </pc:spChg>
        <pc:spChg chg="add del mo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2" creationId="{EA7DE91F-4BDC-F985-EDD4-5CBFA9BB8837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13" creationId="{40F8234C-058E-ADF9-7C6E-95C3CE15C371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4" creationId="{9670D9C7-EACE-1590-29AB-625C97B203A1}"/>
          </ac:spMkLst>
        </pc:spChg>
        <pc:spChg chg="add del mod or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5" creationId="{112537C4-BEC2-0201-AE90-9549820251FB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6" creationId="{DA54F205-297A-6812-BECC-552E8DCBEB52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7" creationId="{D3C8693C-F528-37F7-73B5-C27C19FB2E73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8" creationId="{79F5786E-31E8-50FB-58D9-D1CA89E9603D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19" creationId="{9A92467F-A439-7109-9790-D145764A48FE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0" creationId="{C660F2AD-0125-0C26-DC76-37FA7CED0464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1" creationId="{EAE4FBCA-03C3-6A23-1CD3-FAE28E903B8B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2" creationId="{89CD5EC3-C54C-771E-94D4-269736431926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3" creationId="{4F2DECA8-74F7-BD33-A705-3DB90817E24B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4" creationId="{DB9D976D-8DB5-0D9F-4EE4-B53E9BCD72C2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5" creationId="{7D011AFF-B780-25D7-AAB9-8ECEB2BB6972}"/>
          </ac:spMkLst>
        </pc:spChg>
        <pc:spChg chg="add mod ord">
          <ac:chgData name="Schaefer, Kristin Lyn" userId="f5a803ca-d32a-4bbc-a6a8-441fed21f9bf" providerId="ADAL" clId="{16EEA5AE-F9C6-456B-9CC0-F83601DF51AC}" dt="2026-04-14T17:05:39.612" v="473" actId="313"/>
          <ac:spMkLst>
            <pc:docMk/>
            <pc:sldMk cId="0" sldId="258"/>
            <ac:spMk id="26" creationId="{6186A752-6300-AE4C-E2EC-ACA3BF027925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7" creationId="{0C49B42A-6BD3-75F1-6599-693568C8F89C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8" creationId="{AEAAE1A6-EBDB-E7F1-872F-E74EE0A25D88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9" creationId="{8DF89B00-200C-65C4-D9ED-79B4E61B5524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0" creationId="{951F9719-1109-C42F-8AF2-D281997C2C33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1" creationId="{D7B85982-A527-65B0-0A2E-B6BE558DFA26}"/>
          </ac:spMkLst>
        </pc:spChg>
        <pc:spChg chg="del mod">
          <ac:chgData name="Schaefer, Kristin Lyn" userId="f5a803ca-d32a-4bbc-a6a8-441fed21f9bf" providerId="ADAL" clId="{16EEA5AE-F9C6-456B-9CC0-F83601DF51AC}" dt="2026-04-14T16:19:10.066" v="55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20:54.279" v="60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20.609" v="416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17.713" v="415" actId="478"/>
          <ac:spMkLst>
            <pc:docMk/>
            <pc:sldMk cId="0" sldId="258"/>
            <ac:spMk id="3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6:57.641" v="246" actId="478"/>
          <ac:spMkLst>
            <pc:docMk/>
            <pc:sldMk cId="0" sldId="258"/>
            <ac:spMk id="6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8:43.982" v="254" actId="478"/>
          <ac:spMkLst>
            <pc:docMk/>
            <pc:sldMk cId="0" sldId="258"/>
            <ac:spMk id="70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9:44.754" v="322" actId="478"/>
          <ac:spMkLst>
            <pc:docMk/>
            <pc:sldMk cId="0" sldId="258"/>
            <ac:spMk id="71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50:03.326" v="325" actId="478"/>
          <ac:spMkLst>
            <pc:docMk/>
            <pc:sldMk cId="0" sldId="258"/>
            <ac:spMk id="72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9.699" v="413" actId="478"/>
          <ac:spMkLst>
            <pc:docMk/>
            <pc:sldMk cId="0" sldId="258"/>
            <ac:spMk id="7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2.976" v="412" actId="478"/>
          <ac:spMkLst>
            <pc:docMk/>
            <pc:sldMk cId="0" sldId="258"/>
            <ac:spMk id="7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0:58.458" v="411" actId="478"/>
          <ac:spMkLst>
            <pc:docMk/>
            <pc:sldMk cId="0" sldId="258"/>
            <ac:spMk id="79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1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5" creationId="{00000000-0000-0000-0000-000000000000}"/>
          </ac:spMkLst>
        </pc:spChg>
        <pc:graphicFrameChg chg="del">
          <ac:chgData name="Schaefer, Kristin Lyn" userId="f5a803ca-d32a-4bbc-a6a8-441fed21f9bf" providerId="ADAL" clId="{16EEA5AE-F9C6-456B-9CC0-F83601DF51AC}" dt="2026-04-14T16:51:13.423" v="414" actId="478"/>
          <ac:graphicFrameMkLst>
            <pc:docMk/>
            <pc:sldMk cId="0" sldId="258"/>
            <ac:graphicFrameMk id="52" creationId="{00000000-0000-0000-0000-000000000000}"/>
          </ac:graphicFrameMkLst>
        </pc:graphicFrameChg>
      </pc:sldChg>
      <pc:sldMasterChg chg="addSp delSp modSp mod modSldLayout">
        <pc:chgData name="Schaefer, Kristin Lyn" userId="f5a803ca-d32a-4bbc-a6a8-441fed21f9bf" providerId="ADAL" clId="{16EEA5AE-F9C6-456B-9CC0-F83601DF51AC}" dt="2026-04-14T17:04:13.448" v="472" actId="1076"/>
        <pc:sldMasterMkLst>
          <pc:docMk/>
          <pc:sldMasterMk cId="4080265480" sldId="2147483673"/>
        </pc:sldMasterMkLst>
        <pc:spChg chg="mod">
          <ac:chgData name="Schaefer, Kristin Lyn" userId="f5a803ca-d32a-4bbc-a6a8-441fed21f9bf" providerId="ADAL" clId="{16EEA5AE-F9C6-456B-9CC0-F83601DF51AC}" dt="2026-04-14T16:17:15.063" v="10" actId="555"/>
          <ac:spMkLst>
            <pc:docMk/>
            <pc:sldMasterMk cId="4080265480" sldId="2147483673"/>
            <ac:spMk id="6" creationId="{00000000-0000-0000-0000-000000000000}"/>
          </ac:spMkLst>
        </pc:spChg>
        <pc:picChg chg="add del mod">
          <ac:chgData name="Schaefer, Kristin Lyn" userId="f5a803ca-d32a-4bbc-a6a8-441fed21f9bf" providerId="ADAL" clId="{16EEA5AE-F9C6-456B-9CC0-F83601DF51AC}" dt="2026-04-14T16:17:23.772" v="28" actId="962"/>
          <ac:picMkLst>
            <pc:docMk/>
            <pc:sldMasterMk cId="4080265480" sldId="2147483673"/>
            <ac:picMk id="10" creationId="{00000000-0000-0000-0000-000000000000}"/>
          </ac:picMkLst>
        </pc:picChg>
        <pc:picChg chg="mod">
          <ac:chgData name="Schaefer, Kristin Lyn" userId="f5a803ca-d32a-4bbc-a6a8-441fed21f9bf" providerId="ADAL" clId="{16EEA5AE-F9C6-456B-9CC0-F83601DF51AC}" dt="2026-04-14T16:17:36.086" v="30" actId="962"/>
          <ac:picMkLst>
            <pc:docMk/>
            <pc:sldMasterMk cId="4080265480" sldId="2147483673"/>
            <ac:picMk id="11" creationId="{00000000-0000-0000-0000-000000000000}"/>
          </ac:picMkLst>
        </pc:picChg>
        <pc:picChg chg="add del mod">
          <ac:chgData name="Schaefer, Kristin Lyn" userId="f5a803ca-d32a-4bbc-a6a8-441fed21f9bf" providerId="ADAL" clId="{16EEA5AE-F9C6-456B-9CC0-F83601DF51AC}" dt="2026-04-14T16:17:15.063" v="10" actId="555"/>
          <ac:picMkLst>
            <pc:docMk/>
            <pc:sldMasterMk cId="4080265480" sldId="2147483673"/>
            <ac:picMk id="12" creationId="{00000000-0000-0000-0000-000000000000}"/>
          </ac:picMkLst>
        </pc:picChg>
        <pc:picChg chg="del">
          <ac:chgData name="Schaefer, Kristin Lyn" userId="f5a803ca-d32a-4bbc-a6a8-441fed21f9bf" providerId="ADAL" clId="{16EEA5AE-F9C6-456B-9CC0-F83601DF51AC}" dt="2026-04-14T16:17:31.512" v="29" actId="478"/>
          <ac:picMkLst>
            <pc:docMk/>
            <pc:sldMasterMk cId="4080265480" sldId="2147483673"/>
            <ac:picMk id="14" creationId="{00000000-0000-0000-0000-000000000000}"/>
          </ac:picMkLst>
        </pc:picChg>
        <pc:sldLayoutChg chg="addSp delSp modSp mod">
          <pc:chgData name="Schaefer, Kristin Lyn" userId="f5a803ca-d32a-4bbc-a6a8-441fed21f9bf" providerId="ADAL" clId="{16EEA5AE-F9C6-456B-9CC0-F83601DF51AC}" dt="2026-04-14T17:04:13.448" v="472" actId="1076"/>
          <pc:sldLayoutMkLst>
            <pc:docMk/>
            <pc:sldMasterMk cId="4080265480" sldId="2147483673"/>
            <pc:sldLayoutMk cId="379136787" sldId="2147483674"/>
          </pc:sldLayoutMkLst>
          <pc:spChg chg="add mod ord">
            <ac:chgData name="Schaefer, Kristin Lyn" userId="f5a803ca-d32a-4bbc-a6a8-441fed21f9bf" providerId="ADAL" clId="{16EEA5AE-F9C6-456B-9CC0-F83601DF51AC}" dt="2026-04-14T17:04:13.448" v="472" actId="1076"/>
            <ac:spMkLst>
              <pc:docMk/>
              <pc:sldMasterMk cId="4080265480" sldId="2147483673"/>
              <pc:sldLayoutMk cId="379136787" sldId="2147483674"/>
              <ac:spMk id="2" creationId="{8B900635-289E-076E-9D06-3D51E55BCA7B}"/>
            </ac:spMkLst>
          </pc:spChg>
          <pc:spChg chg="add del">
            <ac:chgData name="Schaefer, Kristin Lyn" userId="f5a803ca-d32a-4bbc-a6a8-441fed21f9bf" providerId="ADAL" clId="{16EEA5AE-F9C6-456B-9CC0-F83601DF51AC}" dt="2026-04-14T16:22:56.521" v="66" actId="11529"/>
            <ac:spMkLst>
              <pc:docMk/>
              <pc:sldMasterMk cId="4080265480" sldId="2147483673"/>
              <pc:sldLayoutMk cId="379136787" sldId="2147483674"/>
              <ac:spMk id="3" creationId="{E7B3E357-3133-7AAD-D2E7-FAF41C730536}"/>
            </ac:spMkLst>
          </pc:spChg>
          <pc:spChg chg="add del mod">
            <ac:chgData name="Schaefer, Kristin Lyn" userId="f5a803ca-d32a-4bbc-a6a8-441fed21f9bf" providerId="ADAL" clId="{16EEA5AE-F9C6-456B-9CC0-F83601DF51AC}" dt="2026-04-14T16:23:14.149" v="68" actId="478"/>
            <ac:spMkLst>
              <pc:docMk/>
              <pc:sldMasterMk cId="4080265480" sldId="2147483673"/>
              <pc:sldLayoutMk cId="379136787" sldId="2147483674"/>
              <ac:spMk id="4" creationId="{F1121085-4829-4608-5FCB-27911CB06DC4}"/>
            </ac:spMkLst>
          </pc:spChg>
          <pc:spChg chg="add del mod">
            <ac:chgData name="Schaefer, Kristin Lyn" userId="f5a803ca-d32a-4bbc-a6a8-441fed21f9bf" providerId="ADAL" clId="{16EEA5AE-F9C6-456B-9CC0-F83601DF51AC}" dt="2026-04-14T16:34:40.520" v="186" actId="478"/>
            <ac:spMkLst>
              <pc:docMk/>
              <pc:sldMasterMk cId="4080265480" sldId="2147483673"/>
              <pc:sldLayoutMk cId="379136787" sldId="2147483674"/>
              <ac:spMk id="5" creationId="{D509A9D4-5934-7561-2838-33C1E6D53885}"/>
            </ac:spMkLst>
          </pc:spChg>
          <pc:spChg chg="add del mod">
            <ac:chgData name="Schaefer, Kristin Lyn" userId="f5a803ca-d32a-4bbc-a6a8-441fed21f9bf" providerId="ADAL" clId="{16EEA5AE-F9C6-456B-9CC0-F83601DF51AC}" dt="2026-04-14T16:34:42.098" v="187" actId="478"/>
            <ac:spMkLst>
              <pc:docMk/>
              <pc:sldMasterMk cId="4080265480" sldId="2147483673"/>
              <pc:sldLayoutMk cId="379136787" sldId="2147483674"/>
              <ac:spMk id="6" creationId="{259C545F-A0D1-D410-0BBD-DEE95B8D90AF}"/>
            </ac:spMkLst>
          </pc:spChg>
          <pc:spChg chg="add del mod">
            <ac:chgData name="Schaefer, Kristin Lyn" userId="f5a803ca-d32a-4bbc-a6a8-441fed21f9bf" providerId="ADAL" clId="{16EEA5AE-F9C6-456B-9CC0-F83601DF51AC}" dt="2026-04-14T16:34:43.994" v="188" actId="478"/>
            <ac:spMkLst>
              <pc:docMk/>
              <pc:sldMasterMk cId="4080265480" sldId="2147483673"/>
              <pc:sldLayoutMk cId="379136787" sldId="2147483674"/>
              <ac:spMk id="7" creationId="{B449D84A-8335-9350-EC93-43C9A836F625}"/>
            </ac:spMkLst>
          </pc:spChg>
          <pc:spChg chg="add del">
            <ac:chgData name="Schaefer, Kristin Lyn" userId="f5a803ca-d32a-4bbc-a6a8-441fed21f9bf" providerId="ADAL" clId="{16EEA5AE-F9C6-456B-9CC0-F83601DF51AC}" dt="2026-04-14T16:31:18.918" v="148" actId="11529"/>
            <ac:spMkLst>
              <pc:docMk/>
              <pc:sldMasterMk cId="4080265480" sldId="2147483673"/>
              <pc:sldLayoutMk cId="379136787" sldId="2147483674"/>
              <ac:spMk id="8" creationId="{64921288-6A84-F8C3-5982-B458CF0D8813}"/>
            </ac:spMkLst>
          </pc:spChg>
          <pc:spChg chg="add mod ord">
            <ac:chgData name="Schaefer, Kristin Lyn" userId="f5a803ca-d32a-4bbc-a6a8-441fed21f9bf" providerId="ADAL" clId="{16EEA5AE-F9C6-456B-9CC0-F83601DF51AC}" dt="2026-04-14T17:02:34.507" v="462" actId="1076"/>
            <ac:spMkLst>
              <pc:docMk/>
              <pc:sldMasterMk cId="4080265480" sldId="2147483673"/>
              <pc:sldLayoutMk cId="379136787" sldId="2147483674"/>
              <ac:spMk id="9" creationId="{2CC09DCF-C144-A02A-B70B-520E68358BC6}"/>
            </ac:spMkLst>
          </pc:spChg>
          <pc:spChg chg="add mod ord">
            <ac:chgData name="Schaefer, Kristin Lyn" userId="f5a803ca-d32a-4bbc-a6a8-441fed21f9bf" providerId="ADAL" clId="{16EEA5AE-F9C6-456B-9CC0-F83601DF51AC}" dt="2026-04-14T17:01:35.115" v="456" actId="1076"/>
            <ac:spMkLst>
              <pc:docMk/>
              <pc:sldMasterMk cId="4080265480" sldId="2147483673"/>
              <pc:sldLayoutMk cId="379136787" sldId="2147483674"/>
              <ac:spMk id="10" creationId="{B3DABD1C-2FA8-784F-DA86-E21A70E7DC9B}"/>
            </ac:spMkLst>
          </pc:spChg>
          <pc:spChg chg="add mod ord">
            <ac:chgData name="Schaefer, Kristin Lyn" userId="f5a803ca-d32a-4bbc-a6a8-441fed21f9bf" providerId="ADAL" clId="{16EEA5AE-F9C6-456B-9CC0-F83601DF51AC}" dt="2026-04-14T17:01:53.479" v="457" actId="1076"/>
            <ac:spMkLst>
              <pc:docMk/>
              <pc:sldMasterMk cId="4080265480" sldId="2147483673"/>
              <pc:sldLayoutMk cId="379136787" sldId="2147483674"/>
              <ac:spMk id="11" creationId="{E8C6510D-223A-FF81-C91F-75B1479C48D8}"/>
            </ac:spMkLst>
          </pc:spChg>
          <pc:spChg chg="add mod">
            <ac:chgData name="Schaefer, Kristin Lyn" userId="f5a803ca-d32a-4bbc-a6a8-441fed21f9bf" providerId="ADAL" clId="{16EEA5AE-F9C6-456B-9CC0-F83601DF51AC}" dt="2026-04-14T17:02:06.038" v="458" actId="1076"/>
            <ac:spMkLst>
              <pc:docMk/>
              <pc:sldMasterMk cId="4080265480" sldId="2147483673"/>
              <pc:sldLayoutMk cId="379136787" sldId="2147483674"/>
              <ac:spMk id="12" creationId="{E166B222-53B2-E567-6613-EA3ED6E5F5A4}"/>
            </ac:spMkLst>
          </pc:spChg>
          <pc:spChg chg="del mod">
            <ac:chgData name="Schaefer, Kristin Lyn" userId="f5a803ca-d32a-4bbc-a6a8-441fed21f9bf" providerId="ADAL" clId="{16EEA5AE-F9C6-456B-9CC0-F83601DF51AC}" dt="2026-04-14T16:32:10.679" v="158" actId="478"/>
            <ac:spMkLst>
              <pc:docMk/>
              <pc:sldMasterMk cId="4080265480" sldId="2147483673"/>
              <pc:sldLayoutMk cId="379136787" sldId="2147483674"/>
              <ac:spMk id="20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45:40.711" v="239" actId="478"/>
            <ac:spMkLst>
              <pc:docMk/>
              <pc:sldMasterMk cId="4080265480" sldId="2147483673"/>
              <pc:sldLayoutMk cId="379136787" sldId="2147483674"/>
              <ac:spMk id="21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6.800" v="143" actId="478"/>
            <ac:spMkLst>
              <pc:docMk/>
              <pc:sldMasterMk cId="4080265480" sldId="2147483673"/>
              <pc:sldLayoutMk cId="379136787" sldId="2147483674"/>
              <ac:spMk id="22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27:54.637" v="102" actId="478"/>
            <ac:spMkLst>
              <pc:docMk/>
              <pc:sldMasterMk cId="4080265480" sldId="2147483673"/>
              <pc:sldLayoutMk cId="379136787" sldId="2147483674"/>
              <ac:spMk id="23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7.191" v="140" actId="478"/>
            <ac:spMkLst>
              <pc:docMk/>
              <pc:sldMasterMk cId="4080265480" sldId="2147483673"/>
              <pc:sldLayoutMk cId="379136787" sldId="2147483674"/>
              <ac:spMk id="24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34.385" v="145" actId="478"/>
            <ac:spMkLst>
              <pc:docMk/>
              <pc:sldMasterMk cId="4080265480" sldId="2147483673"/>
              <pc:sldLayoutMk cId="379136787" sldId="2147483674"/>
              <ac:spMk id="25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8.675" v="144" actId="478"/>
            <ac:spMkLst>
              <pc:docMk/>
              <pc:sldMasterMk cId="4080265480" sldId="2147483673"/>
              <pc:sldLayoutMk cId="379136787" sldId="2147483674"/>
              <ac:spMk id="26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2.573" v="138" actId="478"/>
            <ac:spMkLst>
              <pc:docMk/>
              <pc:sldMasterMk cId="4080265480" sldId="2147483673"/>
              <pc:sldLayoutMk cId="379136787" sldId="2147483674"/>
              <ac:spMk id="27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4.375" v="139" actId="478"/>
            <ac:spMkLst>
              <pc:docMk/>
              <pc:sldMasterMk cId="4080265480" sldId="2147483673"/>
              <pc:sldLayoutMk cId="379136787" sldId="2147483674"/>
              <ac:spMk id="28" creationId="{00000000-0000-0000-0000-000000000000}"/>
            </ac:spMkLst>
          </pc:spChg>
          <pc:cxnChg chg="mod">
            <ac:chgData name="Schaefer, Kristin Lyn" userId="f5a803ca-d32a-4bbc-a6a8-441fed21f9bf" providerId="ADAL" clId="{16EEA5AE-F9C6-456B-9CC0-F83601DF51AC}" dt="2026-04-14T17:00:35.537" v="454" actId="1076"/>
            <ac:cxnSpMkLst>
              <pc:docMk/>
              <pc:sldMasterMk cId="4080265480" sldId="2147483673"/>
              <pc:sldLayoutMk cId="379136787" sldId="2147483674"/>
              <ac:cxnSpMk id="16" creationId="{00000000-0000-0000-0000-000000000000}"/>
            </ac:cxnSpMkLst>
          </pc:cxnChg>
          <pc:cxnChg chg="del">
            <ac:chgData name="Schaefer, Kristin Lyn" userId="f5a803ca-d32a-4bbc-a6a8-441fed21f9bf" providerId="ADAL" clId="{16EEA5AE-F9C6-456B-9CC0-F83601DF51AC}" dt="2026-04-14T16:35:04.191" v="196" actId="478"/>
            <ac:cxnSpMkLst>
              <pc:docMk/>
              <pc:sldMasterMk cId="4080265480" sldId="2147483673"/>
              <pc:sldLayoutMk cId="379136787" sldId="2147483674"/>
              <ac:cxnSpMk id="17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6:57:34.133" v="443" actId="1076"/>
            <ac:cxnSpMkLst>
              <pc:docMk/>
              <pc:sldMasterMk cId="4080265480" sldId="2147483673"/>
              <pc:sldLayoutMk cId="379136787" sldId="2147483674"/>
              <ac:cxnSpMk id="18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7:00:53.356" v="455" actId="1076"/>
            <ac:cxnSpMkLst>
              <pc:docMk/>
              <pc:sldMasterMk cId="4080265480" sldId="2147483673"/>
              <pc:sldLayoutMk cId="379136787" sldId="2147483674"/>
              <ac:cxnSpMk id="19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D74D9-2971-4639-A2BA-62AC2EAD7D63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9D5A-9AF5-46CE-A788-839C5739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9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 userDrawn="1">
  <p:cSld name="Background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635-289E-076E-9D06-3D51E55B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457200"/>
            <a:ext cx="28346400" cy="4572000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09DCF-C144-A02A-B70B-520E68358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6590021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Google Shape;16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2014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DABD1C-2FA8-784F-DA86-E21A70E7D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586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Google Shape;18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45600" y="6400800"/>
            <a:ext cx="0" cy="24917400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8C6510D-223A-FF81-C91F-75B1479C4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028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Google Shape;19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6898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166B222-53B2-E567-6613-EA3ED6E5F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3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" name="Google Shape;10;p2" descr="TAMU Logo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43"/>
            <a:ext cx="30808245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5120640"/>
            <a:ext cx="43891201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265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4F73-BDF0-797B-0851-3C1AC35F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40" y="556260"/>
            <a:ext cx="28620720" cy="4572000"/>
          </a:xfrm>
        </p:spPr>
        <p:txBody>
          <a:bodyPr/>
          <a:lstStyle/>
          <a:p>
            <a:pPr lvl="0" algn="ctr"/>
            <a:r>
              <a:rPr sz="8800" b="1">
                <a:solidFill>
                  <a:srgbClr val="500000"/>
                </a:solidFill>
              </a:rPr>
              <a:t>STAR: Spatial Topography Accessibility Robot</a:t>
            </a:r>
            <a:endParaRPr lang="en-US" dirty="0"/>
          </a:p>
          <a:p>
            <a:pPr algn="l"/>
            <a:r>
              <a:rPr sz="1400" b="0">
                <a:solidFill>
                  <a:srgbClr val="111111"/>
                </a:solidFill>
              </a:rPr>
              <a:t/>
            </a:r>
          </a:p>
          <a:p>
            <a:pPr algn="ctr"/>
            <a:r>
              <a:rPr sz="3400" b="0">
                <a:solidFill>
                  <a:srgbClr val="1A1A2E"/>
                </a:solidFill>
              </a:rPr>
              <a:t>A distributed autonomous ground-robotics platform for continuous indoor ADA compliance measurement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/>
            </a:r>
          </a:p>
          <a:p>
            <a:pPr algn="ctr"/>
            <a:r>
              <a:rPr sz="2600" b="1">
                <a:solidFill>
                  <a:srgbClr val="111111"/>
                </a:solidFill>
              </a:rPr>
              <a:t>Team Locked Inc.  |  TAMU ESET Senior Capstone, Spring 2026</a:t>
            </a:r>
          </a:p>
          <a:p>
            <a:pPr algn="ctr"/>
            <a:r>
              <a:rPr sz="2200" b="0">
                <a:solidFill>
                  <a:srgbClr val="111111"/>
                </a:solidFill>
              </a:rPr>
              <a:t>Department of Engineering Technology &amp; Industrial Distribution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166099" y="3870439"/>
            <a:ext cx="8036312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Project Sponsor Logo (If Appropriate)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5642846" y="4324131"/>
            <a:ext cx="80363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Departmental  Logo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F8234C-058E-ADF9-7C6E-95C3CE15C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480" y="6590021"/>
            <a:ext cx="9829800" cy="24003000"/>
          </a:xfrm>
        </p:spPr>
        <p:txBody>
          <a:bodyPr/>
          <a:lstStyle/>
          <a:p>
            <a:pPr lvl="0" algn="l"/>
            <a:r>
              <a:rPr sz="3800" b="1">
                <a:solidFill>
                  <a:srgbClr val="500000"/>
                </a:solidFill>
              </a:rPr>
              <a:t>Problem Definition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28.7% of U.S. adults (~70M) live with a disability (CDC 2022 BRFSS).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Industry estimate: ~73% of U.S. commercial buildings fail &gt;=1 ADA standard.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8,800 ADA Title III federal lawsuits filed in 2024 (+7% YoY, Seyfarth Shaw).</a:t>
            </a:r>
          </a:p>
          <a:p>
            <a:pPr algn="l"/>
            <a:r>
              <a:rPr sz="2000" b="1">
                <a:solidFill>
                  <a:srgbClr val="111111"/>
                </a:solidFill>
              </a:rPr>
              <a:t>DOJ penalties: $118,225 first / $236,451 subsequent (90 FR 29445, 2025).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Only 32% of buyers ask about ADA at commercial inspection (Focus Bldg. Insp.).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The bottleneck is measurement: a CASp audit costs $800-$50,000+ per building and takes 2-5 days.</a:t>
            </a:r>
          </a:p>
          <a:p>
            <a:pPr algn="l"/>
            <a:r>
              <a:rPr sz="2000" b="1">
                <a:solidFill>
                  <a:srgbClr val="111111"/>
                </a:solidFill>
              </a:rPr>
              <a:t>TAMU College Station: 5,200 acres, hundreds of buildings. Auditing every one manually is infeasible.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3800" b="1">
                <a:solidFill>
                  <a:srgbClr val="500000"/>
                </a:solidFill>
              </a:rPr>
              <a:t>Methodology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Distributed platform: Raspberry Pi 5 high-level + custom RX72N PCB real-time, connected by SPI 10 Mbps with HARQ Chase Combining + FEC (K=7, rate-1/2) + nanopb Protocol Buffers over a CRC-32 frame protocol.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200" b="1">
                <a:solidFill>
                  <a:srgbClr val="111111"/>
                </a:solidFill>
              </a:rPr>
              <a:t>Sensors (all physically wired):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SLAMTEC RPLiDAR C1 (360, 10 Hz, 12 m, +/- 3 cm)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Waveshare IMX219-83 stereo (dual Sony IMX219 8 MP, 60 mm baseline)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BNO055 9-DoF IMU (on RX72N) + ICM20948 9-DoF IMU (on camera)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- 4 x HC-SR04 ultrasonic, DS18B20, BMP280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Motor control: 4 x DFRobot FIT0520 (6 V, 210 RPM, 341 PPR Hall) + 4 x TI DRV8263H H-bridges + GPTW 32-bit PWM @ 20 kHz. RX72N runs 250 Hz discrete-time PID; Pi5 issues 100 Hz velocity commands.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ROS2 Jazzy: slam_toolbox async + robot_localization EKF + Nav2 + m-explore-ros2 frontier exploration. 143 tests, 0 failures across 4 packages.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B9D976D-8DB5-0D9F-4EE4-B53E9BCD7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74281" y="6590020"/>
            <a:ext cx="9829800" cy="24003000"/>
          </a:xfrm>
        </p:spPr>
        <p:txBody>
          <a:bodyPr/>
          <a:lstStyle/>
          <a:p>
            <a:pPr algn="l"/>
            <a:r>
              <a:rPr sz="3800" b="1">
                <a:solidFill>
                  <a:srgbClr val="500000"/>
                </a:solidFill>
              </a:rPr>
              <a:t>Engineering Analysis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000" b="1">
                <a:solidFill>
                  <a:srgbClr val="111111"/>
                </a:solidFill>
              </a:rPr>
              <a:t>Seven ADA 2010 geometric checks, implementation status labeled: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2A9D8F"/>
                </a:solidFill>
              </a:rPr>
              <a:t>[IMPLEMENTED]  1. Ramp slope &gt; 1:12 (4.76 deg) - ADA 405.2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Open3D RANSAC plane normal + BNO055 pitch cross-validation (+/- 0.5 deg gate)</a:t>
            </a:r>
          </a:p>
          <a:p>
            <a:pPr algn="l"/>
            <a:r>
              <a:rPr sz="6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C26E1A"/>
                </a:solidFill>
              </a:rPr>
              <a:t>[STRETCH]  2. Trip hazard &gt; 0.25 inch - ADA 303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LiDAR vertical delta + BNO055 jolt correlation during traversal</a:t>
            </a:r>
          </a:p>
          <a:p>
            <a:pPr algn="l"/>
            <a:r>
              <a:rPr sz="6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C26E1A"/>
                </a:solidFill>
              </a:rPr>
              <a:t>[STRETCH]  3. Accessible path width &lt; 36 inches - ADA 403.5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Medial-axis transform on slam_toolbox occupancy grid</a:t>
            </a:r>
          </a:p>
          <a:p>
            <a:pPr algn="l"/>
            <a:r>
              <a:rPr sz="6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[ARCHITECTED]  4. Ramp width &lt; 36 inches - ADA 405.5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Plane-polygon bounding + principal-axis projection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[ARCHITECTED]  5. Ramp landing &lt; 60 x 60 inches - ADA 405.7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Inscribed-rectangle test on flat adjacent regions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[ARCHITECTED]  6. Door clear width &lt; 32 inches - ADA 404.2.3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IMX219-83 stereo SGBM + door-frame detection at handle height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[ARCHITECTED]  7. Door threshold &gt; 0.5 inch - ADA 404.2.5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 LiDAR + stereo vertical profile across door bottom edge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200" b="1">
                <a:solidFill>
                  <a:srgbClr val="500000"/>
                </a:solidFill>
              </a:rPr>
              <a:t>Why two IMUs?</a:t>
            </a:r>
          </a:p>
          <a:p>
            <a:pPr algn="l"/>
            <a:r>
              <a:rPr sz="1600" b="0">
                <a:solidFill>
                  <a:srgbClr val="111111"/>
                </a:solidFill>
              </a:rPr>
              <a:t>BNO055 sits on the chassis and reads robot-body pitch (authoritative for ramp slope).</a:t>
            </a:r>
          </a:p>
          <a:p>
            <a:pPr algn="l"/>
            <a:r>
              <a:rPr sz="1600" b="0">
                <a:solidFill>
                  <a:srgbClr val="111111"/>
                </a:solidFill>
              </a:rPr>
              <a:t>ICM20948 rides on the stereo camera board and gives the visual pipeline its own inertial reference for future visual-inertial odometry.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D011AFF-B780-25D7-AAB9-8ECEB2BB69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26516" y="6590020"/>
            <a:ext cx="9829800" cy="24003000"/>
          </a:xfrm>
        </p:spPr>
        <p:txBody>
          <a:bodyPr/>
          <a:lstStyle/>
          <a:p>
            <a:pPr algn="l"/>
            <a:r>
              <a:rPr sz="3800" b="1">
                <a:solidFill>
                  <a:srgbClr val="500000"/>
                </a:solidFill>
              </a:rPr>
              <a:t>Outcomes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600" b="1">
                <a:solidFill>
                  <a:srgbClr val="500000"/>
                </a:solidFill>
              </a:rPr>
              <a:t>Platform (complete)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143/143 ROS2 tests passing across 4 packages.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slam_toolbox async produces /map at 0.5 Hz on Raspberry Pi 5.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Full TF chain: map -&gt; odom -&gt; base_link -&gt; laser_frame.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Nav2 autonomous goal execution validated.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m-explore-ros2 frontier exploration to completion (no pre-loaded map).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SPI transport: 1.6% utilization at 10 Mbps; HARQ/FEC protects against bit errors.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250 Hz discrete-time PID motor loop, tuned against first-order model (tau = 75 ms).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600" b="1">
                <a:solidFill>
                  <a:srgbClr val="500000"/>
                </a:solidFill>
              </a:rPr>
              <a:t>Compliance engine (this capstone)</a:t>
            </a:r>
          </a:p>
          <a:p>
            <a:pPr algn="l"/>
            <a:r>
              <a:rPr sz="2000" b="1">
                <a:solidFill>
                  <a:srgbClr val="2A9D8F"/>
                </a:solidFill>
              </a:rPr>
              <a:t>Ramp slope check implemented end-to-end.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Wixey WR300 digital angle gauge ground truth (+/- 0.1 deg).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On-campus ramp, n measurements logged to validation_log.csv.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BNO055 pitch vs. LiDAR plane normal agreement gate +/- 0.5 deg.</a:t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Auto-generated PDF audit report with georeferenced flag + sensor evidence.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</a:rPr>
              <a:t>Live numbers on the printed poster come from the dress-rehearsal validation log, not from estimates. See extras/STAR_ValidationLog.xlsx.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186A752-6300-AE4C-E2EC-ACA3BF0279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</p:spPr>
        <p:txBody>
          <a:bodyPr/>
          <a:lstStyle/>
          <a:p>
            <a:pPr algn="l"/>
            <a:r>
              <a:rPr sz="3800" b="1">
                <a:solidFill>
                  <a:srgbClr val="500000"/>
                </a:solidFill>
              </a:rPr>
              <a:t>Impact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000" b="0">
                <a:solidFill>
                  <a:srgbClr val="111111"/>
                </a:solidFill>
              </a:rPr>
              <a:t>At TAMU's 5,200-acre campus, continuous ADA measurement at amortized hardware cost is the same economic shift cybersecurity scanners brought to IT compliance a decade ago.</a:t>
            </a:r>
          </a:p>
          <a:p>
            <a:pPr algn="l"/>
            <a:r>
              <a:rPr sz="8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400" b="1">
                <a:solidFill>
                  <a:srgbClr val="500000"/>
                </a:solidFill>
              </a:rPr>
              <a:t>Stakeholders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Department of Disability Resources: user advocacy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471 Houston Street, Student Services Bldg, Suite 122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Office of Risk, Ethics &amp; Compliance: compliance ownership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  orec.tamu.edu/ada</a:t>
            </a:r>
          </a:p>
          <a:p>
            <a:pPr algn="l"/>
            <a:r>
              <a:rPr sz="1800" b="0">
                <a:solidFill>
                  <a:srgbClr val="111111"/>
                </a:solidFill>
              </a:rPr>
              <a:t>- Facilities Services / Office of the University Architect: remediation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000" b="1">
                <a:solidFill>
                  <a:srgbClr val="111111"/>
                </a:solidFill>
              </a:rPr>
              <a:t>Open-source release: github.com/Locked-Inc/STAR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600" b="1">
                <a:solidFill>
                  <a:srgbClr val="500000"/>
                </a:solidFill>
              </a:rPr>
              <a:t>References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Seyfarth Shaw ADA Title III Report, March 2025.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Federal Register 90 FR 29445 (July 2025) - DOJ civil penalty adjustment.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CDC Disability and Health Data System, 2022 BRFSS (released July 2024).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Okoro et al., MMWR 2018; 67(32):882-887.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Saha et al., Project Sidewalk, CHI 2019 (Best Paper). ACM 10.1145/3290605.3300292.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Weld et al., ASSETS 2019 (Best Student Paper). ACM 10.1145/3308561.3353798.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Hara et al., Tohme, UIST 2014. ACM 10.1145/2642918.2647403.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Sun et al., Sensors 2024, 24(21):6828 - Stereo+LiDAR Loosely Coupled SLAM.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Lang et al., Gaussian-LIC, arXiv:2404.06926, ICRA 2025.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Turkan &amp; Che, Automated ADA Curb-Ramp Assessment, Oregon State PacTrans.</a:t>
            </a:r>
          </a:p>
          <a:p>
            <a:pPr algn="l"/>
            <a:r>
              <a:rPr sz="1400" b="0">
                <a:solidFill>
                  <a:srgbClr val="111111"/>
                </a:solidFill>
              </a:rPr>
              <a:t>ADA 2010 Standards for Accessible Design, sections 303, 403.5, 404.2, 405.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Full BibTeX: final_capstone/extras/references.bib. Source matrix: research/source_verification.md.</a:t>
            </a:r>
          </a:p>
          <a:p>
            <a:pPr algn="l"/>
            <a:r>
              <a:rPr sz="1000" b="0">
                <a:solidFill>
                  <a:srgbClr val="111111"/>
                </a:solidFill>
              </a:rPr>
              <a:t/>
            </a:r>
          </a:p>
          <a:p>
            <a:pPr algn="l"/>
            <a:r>
              <a:rPr sz="2400" b="1">
                <a:solidFill>
                  <a:srgbClr val="500000"/>
                </a:solidFill>
              </a:rPr>
              <a:t>Acknowledgments</a:t>
            </a:r>
          </a:p>
          <a:p>
            <a:pPr algn="l"/>
            <a:r>
              <a:rPr sz="1500" b="0">
                <a:solidFill>
                  <a:srgbClr val="111111"/>
                </a:solidFill>
              </a:rPr>
              <a:t>TAMU ESET capstone faculty, TAMU Department of Engineering Technology &amp; Industrial Distribution, TAMU Disability Resources for early stakeholder input.</a:t>
            </a:r>
          </a:p>
        </p:txBody>
      </p:sp>
      <p:pic>
        <p:nvPicPr>
          <p:cNvPr id="86" name="Picture 85" descr="chart_b_compliance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5603200"/>
            <a:ext cx="9829800" cy="5029200"/>
          </a:xfrm>
          <a:prstGeom prst="rect">
            <a:avLst/>
          </a:prstGeom>
        </p:spPr>
      </p:pic>
      <p:pic>
        <p:nvPicPr>
          <p:cNvPr id="87" name="Picture 86" descr="chart_f_pipeline_san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6888" y="25603200"/>
            <a:ext cx="9829800" cy="5029200"/>
          </a:xfrm>
          <a:prstGeom prst="rect">
            <a:avLst/>
          </a:prstGeom>
        </p:spPr>
      </p:pic>
      <p:pic>
        <p:nvPicPr>
          <p:cNvPr id="88" name="Picture 87" descr="chart_e_sensor_responsibilit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0232" y="25603200"/>
            <a:ext cx="9829800" cy="5029200"/>
          </a:xfrm>
          <a:prstGeom prst="rect">
            <a:avLst/>
          </a:prstGeom>
        </p:spPr>
      </p:pic>
      <p:pic>
        <p:nvPicPr>
          <p:cNvPr id="89" name="Picture 88" descr="chart_a_lawsuit_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0" y="25603200"/>
            <a:ext cx="98298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41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Research Poster Template</vt:lpstr>
      <vt:lpstr>Project Title – Size to Fit Length Team Member 1, Team Member 2, ……… Faculty Mentor, Sponsor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Lagoudas, Magdalini Z</dc:creator>
  <cp:lastModifiedBy>Schaefer, Kristin Lyn</cp:lastModifiedBy>
  <cp:revision>2</cp:revision>
  <dcterms:created xsi:type="dcterms:W3CDTF">2026-04-08T21:05:06Z</dcterms:created>
  <dcterms:modified xsi:type="dcterms:W3CDTF">2026-04-14T17:05:41Z</dcterms:modified>
</cp:coreProperties>
</file>